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32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761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9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45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88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49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392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14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54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251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12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28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A5569-9B53-4C83-8F8F-E0A361BA01C6}" type="datetimeFigureOut">
              <a:rPr lang="zh-CN" altLang="en-US" smtClean="0"/>
              <a:t>2020/12/8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60746-3ED8-4C2D-9313-C5507ADA6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99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84672" y="241539"/>
            <a:ext cx="1268083" cy="646981"/>
            <a:chOff x="1535502" y="1095555"/>
            <a:chExt cx="1268083" cy="646981"/>
          </a:xfrm>
        </p:grpSpPr>
        <p:sp>
          <p:nvSpPr>
            <p:cNvPr id="4" name="圆角矩形 3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833996" y="1167955"/>
              <a:ext cx="6781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1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00124" y="241539"/>
            <a:ext cx="1268083" cy="646981"/>
            <a:chOff x="3352800" y="1095555"/>
            <a:chExt cx="1268083" cy="646981"/>
          </a:xfrm>
        </p:grpSpPr>
        <p:sp>
          <p:nvSpPr>
            <p:cNvPr id="7" name="圆角矩形 6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66267" y="1167955"/>
              <a:ext cx="6781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1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510926" y="2078566"/>
            <a:ext cx="1141936" cy="369698"/>
            <a:chOff x="9510926" y="2078566"/>
            <a:chExt cx="1141936" cy="369698"/>
          </a:xfrm>
        </p:grpSpPr>
        <p:sp>
          <p:nvSpPr>
            <p:cNvPr id="217" name="圆角矩形 216"/>
            <p:cNvSpPr/>
            <p:nvPr/>
          </p:nvSpPr>
          <p:spPr>
            <a:xfrm>
              <a:off x="9510926" y="2078566"/>
              <a:ext cx="1141936" cy="369698"/>
            </a:xfrm>
            <a:prstGeom prst="round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9600929" y="2094138"/>
              <a:ext cx="961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rgbClr val="FFFF00"/>
                  </a:solidFill>
                </a:rPr>
                <a:t>Unlocked</a:t>
              </a:r>
              <a:endParaRPr lang="zh-CN" altLang="en-US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10869850" y="2078566"/>
            <a:ext cx="1141936" cy="369698"/>
            <a:chOff x="9510926" y="2078566"/>
            <a:chExt cx="1141936" cy="369698"/>
          </a:xfrm>
        </p:grpSpPr>
        <p:sp>
          <p:nvSpPr>
            <p:cNvPr id="201" name="圆角矩形 200"/>
            <p:cNvSpPr/>
            <p:nvPr/>
          </p:nvSpPr>
          <p:spPr>
            <a:xfrm>
              <a:off x="9510926" y="2078566"/>
              <a:ext cx="1141936" cy="369698"/>
            </a:xfrm>
            <a:prstGeom prst="round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9724972" y="2084307"/>
              <a:ext cx="7631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FFFF00"/>
                  </a:solidFill>
                </a:rPr>
                <a:t>L</a:t>
              </a:r>
              <a:r>
                <a:rPr lang="en-US" altLang="zh-CN" sz="1600" dirty="0" smtClean="0">
                  <a:solidFill>
                    <a:srgbClr val="FFFF00"/>
                  </a:solidFill>
                </a:rPr>
                <a:t>ocked</a:t>
              </a:r>
              <a:endParaRPr lang="zh-CN" altLang="en-US" sz="16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510926" y="2639073"/>
            <a:ext cx="1141936" cy="369698"/>
            <a:chOff x="9510926" y="2639073"/>
            <a:chExt cx="1141936" cy="369698"/>
          </a:xfrm>
        </p:grpSpPr>
        <p:sp>
          <p:nvSpPr>
            <p:cNvPr id="203" name="圆角矩形 202"/>
            <p:cNvSpPr/>
            <p:nvPr/>
          </p:nvSpPr>
          <p:spPr>
            <a:xfrm>
              <a:off x="9510926" y="2639073"/>
              <a:ext cx="1141936" cy="3696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04" name="文本框 203"/>
            <p:cNvSpPr txBox="1"/>
            <p:nvPr/>
          </p:nvSpPr>
          <p:spPr>
            <a:xfrm>
              <a:off x="9595824" y="2641272"/>
              <a:ext cx="961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 smtClean="0">
                  <a:solidFill>
                    <a:schemeClr val="bg1"/>
                  </a:solidFill>
                </a:rPr>
                <a:t>Unlocked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886950" y="2641708"/>
            <a:ext cx="1141936" cy="369698"/>
            <a:chOff x="10886950" y="2641708"/>
            <a:chExt cx="1141936" cy="369698"/>
          </a:xfrm>
        </p:grpSpPr>
        <p:sp>
          <p:nvSpPr>
            <p:cNvPr id="208" name="圆角矩形 207"/>
            <p:cNvSpPr/>
            <p:nvPr/>
          </p:nvSpPr>
          <p:spPr>
            <a:xfrm>
              <a:off x="10886950" y="2641708"/>
              <a:ext cx="1141936" cy="3696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09" name="文本框 208"/>
            <p:cNvSpPr txBox="1"/>
            <p:nvPr/>
          </p:nvSpPr>
          <p:spPr>
            <a:xfrm>
              <a:off x="11076338" y="2650401"/>
              <a:ext cx="7631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L</a:t>
              </a:r>
              <a:r>
                <a:rPr lang="en-US" altLang="zh-CN" sz="1600" dirty="0" smtClean="0">
                  <a:solidFill>
                    <a:schemeClr val="bg1"/>
                  </a:solidFill>
                </a:rPr>
                <a:t>ocked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5" name="组合 204"/>
          <p:cNvGrpSpPr/>
          <p:nvPr/>
        </p:nvGrpSpPr>
        <p:grpSpPr>
          <a:xfrm>
            <a:off x="290114" y="1035883"/>
            <a:ext cx="1268083" cy="646981"/>
            <a:chOff x="1535502" y="1095555"/>
            <a:chExt cx="1268083" cy="646981"/>
          </a:xfrm>
        </p:grpSpPr>
        <p:sp>
          <p:nvSpPr>
            <p:cNvPr id="206" name="圆角矩形 205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2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287469" y="1840300"/>
            <a:ext cx="1268083" cy="646981"/>
            <a:chOff x="1535502" y="1095555"/>
            <a:chExt cx="1268083" cy="646981"/>
          </a:xfrm>
        </p:grpSpPr>
        <p:sp>
          <p:nvSpPr>
            <p:cNvPr id="212" name="圆角矩形 211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3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283640" y="2627095"/>
            <a:ext cx="1268083" cy="646981"/>
            <a:chOff x="1535502" y="1095555"/>
            <a:chExt cx="1268083" cy="646981"/>
          </a:xfrm>
        </p:grpSpPr>
        <p:sp>
          <p:nvSpPr>
            <p:cNvPr id="216" name="圆角矩形 215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4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277936" y="3431512"/>
            <a:ext cx="1268083" cy="646981"/>
            <a:chOff x="1535502" y="1095555"/>
            <a:chExt cx="1268083" cy="646981"/>
          </a:xfrm>
        </p:grpSpPr>
        <p:sp>
          <p:nvSpPr>
            <p:cNvPr id="222" name="圆角矩形 221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5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25" name="组合 224"/>
          <p:cNvGrpSpPr/>
          <p:nvPr/>
        </p:nvGrpSpPr>
        <p:grpSpPr>
          <a:xfrm>
            <a:off x="287603" y="4220332"/>
            <a:ext cx="1268083" cy="646981"/>
            <a:chOff x="1535502" y="1095555"/>
            <a:chExt cx="1268083" cy="646981"/>
          </a:xfrm>
        </p:grpSpPr>
        <p:sp>
          <p:nvSpPr>
            <p:cNvPr id="226" name="圆角矩形 225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6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28" name="文本框 227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33" name="组合 232"/>
          <p:cNvGrpSpPr/>
          <p:nvPr/>
        </p:nvGrpSpPr>
        <p:grpSpPr>
          <a:xfrm>
            <a:off x="1705179" y="1047809"/>
            <a:ext cx="1268083" cy="646981"/>
            <a:chOff x="3352800" y="1095555"/>
            <a:chExt cx="1268083" cy="646981"/>
          </a:xfrm>
        </p:grpSpPr>
        <p:sp>
          <p:nvSpPr>
            <p:cNvPr id="234" name="圆角矩形 233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2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37" name="组合 236"/>
          <p:cNvGrpSpPr/>
          <p:nvPr/>
        </p:nvGrpSpPr>
        <p:grpSpPr>
          <a:xfrm>
            <a:off x="1706675" y="1840299"/>
            <a:ext cx="1268083" cy="646981"/>
            <a:chOff x="3352800" y="1095555"/>
            <a:chExt cx="1268083" cy="646981"/>
          </a:xfrm>
        </p:grpSpPr>
        <p:sp>
          <p:nvSpPr>
            <p:cNvPr id="238" name="圆角矩形 237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3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1725167" y="2627094"/>
            <a:ext cx="1268083" cy="646981"/>
            <a:chOff x="3352800" y="1095555"/>
            <a:chExt cx="1268083" cy="646981"/>
          </a:xfrm>
        </p:grpSpPr>
        <p:sp>
          <p:nvSpPr>
            <p:cNvPr id="242" name="圆角矩形 241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43" name="文本框 242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4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1706674" y="3450289"/>
            <a:ext cx="1268083" cy="646981"/>
            <a:chOff x="3352800" y="1095555"/>
            <a:chExt cx="1268083" cy="646981"/>
          </a:xfrm>
        </p:grpSpPr>
        <p:sp>
          <p:nvSpPr>
            <p:cNvPr id="246" name="圆角矩形 245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5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48" name="文本框 247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725166" y="4246240"/>
            <a:ext cx="1268083" cy="646981"/>
            <a:chOff x="3352800" y="1095555"/>
            <a:chExt cx="1268083" cy="646981"/>
          </a:xfrm>
        </p:grpSpPr>
        <p:sp>
          <p:nvSpPr>
            <p:cNvPr id="250" name="圆角矩形 249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6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53" name="组合 252"/>
          <p:cNvGrpSpPr/>
          <p:nvPr/>
        </p:nvGrpSpPr>
        <p:grpSpPr>
          <a:xfrm>
            <a:off x="3381038" y="241539"/>
            <a:ext cx="1268083" cy="646981"/>
            <a:chOff x="1535502" y="1095555"/>
            <a:chExt cx="1268083" cy="646981"/>
          </a:xfrm>
        </p:grpSpPr>
        <p:sp>
          <p:nvSpPr>
            <p:cNvPr id="254" name="圆角矩形 253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55" name="文本框 254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7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4796490" y="241539"/>
            <a:ext cx="1268083" cy="646981"/>
            <a:chOff x="3352800" y="1095555"/>
            <a:chExt cx="1268083" cy="646981"/>
          </a:xfrm>
        </p:grpSpPr>
        <p:sp>
          <p:nvSpPr>
            <p:cNvPr id="258" name="圆角矩形 257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59" name="文本框 258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7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0" name="文本框 259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61" name="组合 260"/>
          <p:cNvGrpSpPr/>
          <p:nvPr/>
        </p:nvGrpSpPr>
        <p:grpSpPr>
          <a:xfrm>
            <a:off x="3386480" y="1035883"/>
            <a:ext cx="1268083" cy="646981"/>
            <a:chOff x="1535502" y="1095555"/>
            <a:chExt cx="1268083" cy="646981"/>
          </a:xfrm>
        </p:grpSpPr>
        <p:sp>
          <p:nvSpPr>
            <p:cNvPr id="262" name="圆角矩形 261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63" name="文本框 262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>
                  <a:solidFill>
                    <a:srgbClr val="FFFF00"/>
                  </a:solidFill>
                </a:rPr>
                <a:t>8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64" name="文本框 263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65" name="组合 264"/>
          <p:cNvGrpSpPr/>
          <p:nvPr/>
        </p:nvGrpSpPr>
        <p:grpSpPr>
          <a:xfrm>
            <a:off x="3383835" y="1840300"/>
            <a:ext cx="1268083" cy="646981"/>
            <a:chOff x="1535502" y="1095555"/>
            <a:chExt cx="1268083" cy="646981"/>
          </a:xfrm>
        </p:grpSpPr>
        <p:sp>
          <p:nvSpPr>
            <p:cNvPr id="266" name="圆角矩形 265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67" name="文本框 266"/>
            <p:cNvSpPr txBox="1"/>
            <p:nvPr/>
          </p:nvSpPr>
          <p:spPr>
            <a:xfrm>
              <a:off x="1833996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>
                  <a:solidFill>
                    <a:srgbClr val="FFFF00"/>
                  </a:solidFill>
                </a:rPr>
                <a:t>9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68" name="文本框 267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3380006" y="2627095"/>
            <a:ext cx="1268083" cy="646981"/>
            <a:chOff x="1535502" y="1095555"/>
            <a:chExt cx="1268083" cy="646981"/>
          </a:xfrm>
        </p:grpSpPr>
        <p:sp>
          <p:nvSpPr>
            <p:cNvPr id="270" name="圆角矩形 269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71" name="文本框 270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10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72" name="文本框 271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73" name="组合 272"/>
          <p:cNvGrpSpPr/>
          <p:nvPr/>
        </p:nvGrpSpPr>
        <p:grpSpPr>
          <a:xfrm>
            <a:off x="3374302" y="3431512"/>
            <a:ext cx="1268083" cy="646981"/>
            <a:chOff x="1535502" y="1095555"/>
            <a:chExt cx="1268083" cy="646981"/>
          </a:xfrm>
        </p:grpSpPr>
        <p:sp>
          <p:nvSpPr>
            <p:cNvPr id="274" name="圆角矩形 273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75" name="文本框 274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11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76" name="文本框 275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3383969" y="4220332"/>
            <a:ext cx="1268083" cy="646981"/>
            <a:chOff x="1535502" y="1095555"/>
            <a:chExt cx="1268083" cy="646981"/>
          </a:xfrm>
        </p:grpSpPr>
        <p:sp>
          <p:nvSpPr>
            <p:cNvPr id="278" name="圆角矩形 277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79" name="文本框 278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12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280" name="文本框 279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4801545" y="1047809"/>
            <a:ext cx="1268083" cy="646981"/>
            <a:chOff x="3352800" y="1095555"/>
            <a:chExt cx="1268083" cy="646981"/>
          </a:xfrm>
        </p:grpSpPr>
        <p:sp>
          <p:nvSpPr>
            <p:cNvPr id="282" name="圆角矩形 281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83" name="文本框 282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8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84" name="文本框 283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4803041" y="1840299"/>
            <a:ext cx="1268083" cy="646981"/>
            <a:chOff x="3352800" y="1095555"/>
            <a:chExt cx="1268083" cy="646981"/>
          </a:xfrm>
        </p:grpSpPr>
        <p:sp>
          <p:nvSpPr>
            <p:cNvPr id="286" name="圆角矩形 285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87" name="文本框 286"/>
            <p:cNvSpPr txBox="1"/>
            <p:nvPr/>
          </p:nvSpPr>
          <p:spPr>
            <a:xfrm>
              <a:off x="3666267" y="1167955"/>
              <a:ext cx="6781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9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88" name="文本框 287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4821533" y="2627094"/>
            <a:ext cx="1268083" cy="646981"/>
            <a:chOff x="3352800" y="1095555"/>
            <a:chExt cx="1268083" cy="646981"/>
          </a:xfrm>
        </p:grpSpPr>
        <p:sp>
          <p:nvSpPr>
            <p:cNvPr id="290" name="圆角矩形 289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91" name="文本框 290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10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92" name="文本框 291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4803040" y="3450289"/>
            <a:ext cx="1268083" cy="646981"/>
            <a:chOff x="3352800" y="1095555"/>
            <a:chExt cx="1268083" cy="646981"/>
          </a:xfrm>
        </p:grpSpPr>
        <p:sp>
          <p:nvSpPr>
            <p:cNvPr id="294" name="圆角矩形 293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11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96" name="文本框 295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97" name="组合 296"/>
          <p:cNvGrpSpPr/>
          <p:nvPr/>
        </p:nvGrpSpPr>
        <p:grpSpPr>
          <a:xfrm>
            <a:off x="4821532" y="4246240"/>
            <a:ext cx="1268083" cy="646981"/>
            <a:chOff x="3352800" y="1095555"/>
            <a:chExt cx="1268083" cy="646981"/>
          </a:xfrm>
        </p:grpSpPr>
        <p:sp>
          <p:nvSpPr>
            <p:cNvPr id="298" name="圆角矩形 297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99" name="文本框 298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12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00" name="文本框 299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6389806" y="241539"/>
            <a:ext cx="1268083" cy="646981"/>
            <a:chOff x="1535502" y="1095555"/>
            <a:chExt cx="1268083" cy="646981"/>
          </a:xfrm>
        </p:grpSpPr>
        <p:sp>
          <p:nvSpPr>
            <p:cNvPr id="302" name="圆角矩形 301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1794722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13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04" name="文本框 303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7805258" y="241539"/>
            <a:ext cx="1268083" cy="646981"/>
            <a:chOff x="3352800" y="1095555"/>
            <a:chExt cx="1268083" cy="646981"/>
          </a:xfrm>
        </p:grpSpPr>
        <p:sp>
          <p:nvSpPr>
            <p:cNvPr id="306" name="圆角矩形 305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07" name="文本框 306"/>
            <p:cNvSpPr txBox="1"/>
            <p:nvPr/>
          </p:nvSpPr>
          <p:spPr>
            <a:xfrm>
              <a:off x="362699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13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08" name="文本框 307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09" name="组合 308"/>
          <p:cNvGrpSpPr/>
          <p:nvPr/>
        </p:nvGrpSpPr>
        <p:grpSpPr>
          <a:xfrm>
            <a:off x="6395248" y="1035883"/>
            <a:ext cx="1268083" cy="646981"/>
            <a:chOff x="1535502" y="1095555"/>
            <a:chExt cx="1268083" cy="646981"/>
          </a:xfrm>
        </p:grpSpPr>
        <p:sp>
          <p:nvSpPr>
            <p:cNvPr id="310" name="圆角矩形 309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11" name="文本框 310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14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12" name="文本框 311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6392603" y="1840300"/>
            <a:ext cx="1268083" cy="646981"/>
            <a:chOff x="1535502" y="1095555"/>
            <a:chExt cx="1268083" cy="646981"/>
          </a:xfrm>
        </p:grpSpPr>
        <p:sp>
          <p:nvSpPr>
            <p:cNvPr id="314" name="圆角矩形 313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15" name="文本框 314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15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16" name="文本框 315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17" name="组合 316"/>
          <p:cNvGrpSpPr/>
          <p:nvPr/>
        </p:nvGrpSpPr>
        <p:grpSpPr>
          <a:xfrm>
            <a:off x="6388774" y="2627095"/>
            <a:ext cx="1268083" cy="646981"/>
            <a:chOff x="1535502" y="1095555"/>
            <a:chExt cx="1268083" cy="646981"/>
          </a:xfrm>
        </p:grpSpPr>
        <p:sp>
          <p:nvSpPr>
            <p:cNvPr id="318" name="圆角矩形 317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19" name="文本框 318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16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20" name="文本框 319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21" name="组合 320"/>
          <p:cNvGrpSpPr/>
          <p:nvPr/>
        </p:nvGrpSpPr>
        <p:grpSpPr>
          <a:xfrm>
            <a:off x="6383070" y="3431512"/>
            <a:ext cx="1268083" cy="646981"/>
            <a:chOff x="1535502" y="1095555"/>
            <a:chExt cx="1268083" cy="646981"/>
          </a:xfrm>
        </p:grpSpPr>
        <p:sp>
          <p:nvSpPr>
            <p:cNvPr id="322" name="圆角矩形 321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23" name="文本框 322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17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6392737" y="4220332"/>
            <a:ext cx="1268083" cy="646981"/>
            <a:chOff x="1535502" y="1095555"/>
            <a:chExt cx="1268083" cy="646981"/>
          </a:xfrm>
        </p:grpSpPr>
        <p:sp>
          <p:nvSpPr>
            <p:cNvPr id="326" name="圆角矩形 325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27" name="文本框 326"/>
            <p:cNvSpPr txBox="1"/>
            <p:nvPr/>
          </p:nvSpPr>
          <p:spPr>
            <a:xfrm>
              <a:off x="179472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18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28" name="文本框 327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29" name="组合 328"/>
          <p:cNvGrpSpPr/>
          <p:nvPr/>
        </p:nvGrpSpPr>
        <p:grpSpPr>
          <a:xfrm>
            <a:off x="7810313" y="1047809"/>
            <a:ext cx="1268083" cy="646981"/>
            <a:chOff x="3352800" y="1095555"/>
            <a:chExt cx="1268083" cy="646981"/>
          </a:xfrm>
        </p:grpSpPr>
        <p:sp>
          <p:nvSpPr>
            <p:cNvPr id="330" name="圆角矩形 329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31" name="文本框 330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14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2" name="文本框 331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33" name="组合 332"/>
          <p:cNvGrpSpPr/>
          <p:nvPr/>
        </p:nvGrpSpPr>
        <p:grpSpPr>
          <a:xfrm>
            <a:off x="7811809" y="1840299"/>
            <a:ext cx="1268083" cy="646981"/>
            <a:chOff x="3352800" y="1095555"/>
            <a:chExt cx="1268083" cy="646981"/>
          </a:xfrm>
        </p:grpSpPr>
        <p:sp>
          <p:nvSpPr>
            <p:cNvPr id="334" name="圆角矩形 333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15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37" name="组合 336"/>
          <p:cNvGrpSpPr/>
          <p:nvPr/>
        </p:nvGrpSpPr>
        <p:grpSpPr>
          <a:xfrm>
            <a:off x="7830301" y="2627094"/>
            <a:ext cx="1268083" cy="646981"/>
            <a:chOff x="3352800" y="1095555"/>
            <a:chExt cx="1268083" cy="646981"/>
          </a:xfrm>
        </p:grpSpPr>
        <p:sp>
          <p:nvSpPr>
            <p:cNvPr id="338" name="圆角矩形 337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39" name="文本框 338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16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41" name="组合 340"/>
          <p:cNvGrpSpPr/>
          <p:nvPr/>
        </p:nvGrpSpPr>
        <p:grpSpPr>
          <a:xfrm>
            <a:off x="7811808" y="3450289"/>
            <a:ext cx="1268083" cy="646981"/>
            <a:chOff x="3352800" y="1095555"/>
            <a:chExt cx="1268083" cy="646981"/>
          </a:xfrm>
        </p:grpSpPr>
        <p:sp>
          <p:nvSpPr>
            <p:cNvPr id="342" name="圆角矩形 341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43" name="文本框 342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17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44" name="文本框 343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45" name="组合 344"/>
          <p:cNvGrpSpPr/>
          <p:nvPr/>
        </p:nvGrpSpPr>
        <p:grpSpPr>
          <a:xfrm>
            <a:off x="7830300" y="4246240"/>
            <a:ext cx="1268083" cy="646981"/>
            <a:chOff x="3352800" y="1095555"/>
            <a:chExt cx="1268083" cy="646981"/>
          </a:xfrm>
        </p:grpSpPr>
        <p:sp>
          <p:nvSpPr>
            <p:cNvPr id="346" name="圆角矩形 345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47" name="文本框 346"/>
            <p:cNvSpPr txBox="1"/>
            <p:nvPr/>
          </p:nvSpPr>
          <p:spPr>
            <a:xfrm>
              <a:off x="362699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18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48" name="文本框 347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9336604" y="260645"/>
            <a:ext cx="1268083" cy="646981"/>
            <a:chOff x="1535502" y="1095555"/>
            <a:chExt cx="1268083" cy="646981"/>
          </a:xfrm>
        </p:grpSpPr>
        <p:sp>
          <p:nvSpPr>
            <p:cNvPr id="350" name="圆角矩形 349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51" name="文本框 350"/>
            <p:cNvSpPr txBox="1"/>
            <p:nvPr/>
          </p:nvSpPr>
          <p:spPr>
            <a:xfrm>
              <a:off x="1794722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19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52" name="文本框 351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53" name="组合 352"/>
          <p:cNvGrpSpPr/>
          <p:nvPr/>
        </p:nvGrpSpPr>
        <p:grpSpPr>
          <a:xfrm>
            <a:off x="10752056" y="260645"/>
            <a:ext cx="1268083" cy="646981"/>
            <a:chOff x="3352800" y="1095555"/>
            <a:chExt cx="1268083" cy="646981"/>
          </a:xfrm>
        </p:grpSpPr>
        <p:sp>
          <p:nvSpPr>
            <p:cNvPr id="354" name="圆角矩形 353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55" name="文本框 354"/>
            <p:cNvSpPr txBox="1"/>
            <p:nvPr/>
          </p:nvSpPr>
          <p:spPr>
            <a:xfrm>
              <a:off x="3626993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19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57" name="组合 356"/>
          <p:cNvGrpSpPr/>
          <p:nvPr/>
        </p:nvGrpSpPr>
        <p:grpSpPr>
          <a:xfrm>
            <a:off x="9342046" y="1054989"/>
            <a:ext cx="1268083" cy="646981"/>
            <a:chOff x="1535502" y="1095555"/>
            <a:chExt cx="1268083" cy="646981"/>
          </a:xfrm>
        </p:grpSpPr>
        <p:sp>
          <p:nvSpPr>
            <p:cNvPr id="358" name="圆角矩形 357"/>
            <p:cNvSpPr/>
            <p:nvPr/>
          </p:nvSpPr>
          <p:spPr>
            <a:xfrm>
              <a:off x="1535502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59" name="文本框 358"/>
            <p:cNvSpPr txBox="1"/>
            <p:nvPr/>
          </p:nvSpPr>
          <p:spPr>
            <a:xfrm>
              <a:off x="1794724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SLAVE </a:t>
              </a:r>
              <a:r>
                <a:rPr lang="en-US" altLang="zh-CN" sz="1200" dirty="0" smtClean="0">
                  <a:solidFill>
                    <a:srgbClr val="FFFF00"/>
                  </a:solidFill>
                </a:rPr>
                <a:t>20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  <p:sp>
          <p:nvSpPr>
            <p:cNvPr id="360" name="文本框 359"/>
            <p:cNvSpPr txBox="1"/>
            <p:nvPr/>
          </p:nvSpPr>
          <p:spPr>
            <a:xfrm>
              <a:off x="1682871" y="1373204"/>
              <a:ext cx="9733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rgbClr val="FFFF00"/>
                  </a:solidFill>
                </a:rPr>
                <a:t>ON-LINE</a:t>
              </a:r>
              <a:endParaRPr lang="zh-CN" altLang="en-US" sz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61" name="组合 360"/>
          <p:cNvGrpSpPr/>
          <p:nvPr/>
        </p:nvGrpSpPr>
        <p:grpSpPr>
          <a:xfrm>
            <a:off x="10757111" y="1066915"/>
            <a:ext cx="1268083" cy="646981"/>
            <a:chOff x="3352800" y="1095555"/>
            <a:chExt cx="1268083" cy="646981"/>
          </a:xfrm>
        </p:grpSpPr>
        <p:sp>
          <p:nvSpPr>
            <p:cNvPr id="362" name="圆角矩形 361"/>
            <p:cNvSpPr/>
            <p:nvPr/>
          </p:nvSpPr>
          <p:spPr>
            <a:xfrm>
              <a:off x="3352800" y="1095555"/>
              <a:ext cx="1268083" cy="64698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363" name="文本框 362"/>
            <p:cNvSpPr txBox="1"/>
            <p:nvPr/>
          </p:nvSpPr>
          <p:spPr>
            <a:xfrm>
              <a:off x="3626995" y="1167955"/>
              <a:ext cx="756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SLAVE </a:t>
              </a:r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20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64" name="文本框 363"/>
            <p:cNvSpPr txBox="1"/>
            <p:nvPr/>
          </p:nvSpPr>
          <p:spPr>
            <a:xfrm>
              <a:off x="3636653" y="1373204"/>
              <a:ext cx="7521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OFF-LINE</a:t>
              </a:r>
              <a:endParaRPr lang="zh-CN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124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124</Words>
  <Application>Microsoft Office PowerPoint</Application>
  <PresentationFormat>宽屏</PresentationFormat>
  <Paragraphs>84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Jiamin Lu 陆嘉旻</dc:creator>
  <cp:lastModifiedBy>Jianan Ma 马建安</cp:lastModifiedBy>
  <cp:revision>13</cp:revision>
  <dcterms:created xsi:type="dcterms:W3CDTF">2020-05-05T07:21:51Z</dcterms:created>
  <dcterms:modified xsi:type="dcterms:W3CDTF">2020-12-08T02:51:36Z</dcterms:modified>
</cp:coreProperties>
</file>